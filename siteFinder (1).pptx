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EE7FF"/>
                </a:solidFill>
              </a:rPr>
              <a:t>SITEFINDER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6BA"/>
                </a:solidFill>
              </a:rPr>
              <a:t>Фінальний проєкт • Python Senior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6480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6480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FAFC"/>
                </a:solidFill>
              </a:rPr>
              <a:t>SiteFinder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41248" y="230428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EE7FF"/>
                </a:solidFill>
              </a:rPr>
              <a:t>Пошук тексту на вебсторінках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9536" y="2971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A6BA"/>
                </a:solidFill>
              </a:rPr>
              <a:t>Фінальний проєкт на Python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0" y="141732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0" y="1417320"/>
            <a:ext cx="64008" cy="301752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82128" y="1581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AFC"/>
                </a:solidFill>
              </a:rPr>
              <a:t>Що робить програма?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882128" y="1993392"/>
            <a:ext cx="3108960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6F3"/>
                </a:solidFill>
              </a:rPr>
              <a:t>• зберігає адреси сайтів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8E6F3"/>
                </a:solidFill>
              </a:rPr>
              <a:t>• шукає слово на сторінках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8E6F3"/>
                </a:solidFill>
              </a:rPr>
              <a:t>• рахує збіги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8E6F3"/>
                </a:solidFill>
              </a:rPr>
              <a:t>• сортує результати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9536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Радомир Передненко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9536" y="5468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6BA"/>
                </a:solidFill>
              </a:rPr>
              <a:t>IT STEP Academy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6480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4124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</a:rPr>
              <a:t>Ідея проєкту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5727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8E6F3"/>
                </a:solidFill>
              </a:rPr>
              <a:t>Мета — знайти, на якій із доданих сторінок потрібне слово зустрічається найчастіше.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D8E6F3"/>
                </a:solidFill>
              </a:rPr>
              <a:t>Користувач додає адреси сайтів.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D8E6F3"/>
                </a:solidFill>
              </a:rPr>
              <a:t>Адреси зберігаються в SQLite.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D8E6F3"/>
                </a:solidFill>
              </a:rPr>
              <a:t>Програма завантажує сторінки через requests.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12648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D8E6F3"/>
                </a:solidFill>
              </a:rPr>
              <a:t>BeautifulSoup отримує текст сторінки.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12648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D8E6F3"/>
                </a:solidFill>
              </a:rPr>
              <a:t>text.count() рахує кількість збігів.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12648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D8E6F3"/>
                </a:solidFill>
              </a:rPr>
              <a:t>Результати сортуються від більшого до меншого.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14400" y="4892040"/>
            <a:ext cx="10332720" cy="914400"/>
          </a:xfrm>
          <a:prstGeom prst="roundRect">
            <a:avLst>
              <a:gd name="adj" fmla="val 6000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25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4892040"/>
            <a:ext cx="64008" cy="9144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50566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AFC"/>
                </a:solidFill>
              </a:rPr>
              <a:t>Приклад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15568" y="5468112"/>
            <a:ext cx="9966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6F3"/>
                </a:solidFill>
              </a:rPr>
              <a:t>Якщо “Python” зустрілося 15 разів на одному сайті і 3 рази на іншому, перший сайт буде вище.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6480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4124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</a:rPr>
              <a:t>Будова програми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4389120" cy="1143000"/>
          </a:xfrm>
          <a:prstGeom prst="roundRect">
            <a:avLst>
              <a:gd name="adj" fmla="val 4800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2500000000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64008" cy="114300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105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AFC"/>
                </a:solidFill>
              </a:rPr>
              <a:t>Database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221992"/>
            <a:ext cx="4023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6F3"/>
                </a:solidFill>
              </a:rPr>
              <a:t>Додає, показує та видаляє адреси сайтів.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4389120" cy="1143000"/>
          </a:xfrm>
          <a:prstGeom prst="roundRect">
            <a:avLst>
              <a:gd name="adj" fmla="val 4800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250000000000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971800"/>
            <a:ext cx="64008" cy="1143000"/>
          </a:xfrm>
          <a:prstGeom prst="rect">
            <a:avLst/>
          </a:prstGeom>
          <a:solidFill>
            <a:srgbClr val="B7F7D3"/>
          </a:solidFill>
          <a:ln w="12700">
            <a:solidFill>
              <a:srgbClr val="B7F7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1363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AFC"/>
                </a:solidFill>
              </a:rPr>
              <a:t>Parser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3547872"/>
            <a:ext cx="4023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6F3"/>
                </a:solidFill>
              </a:rPr>
              <a:t>Відкриває сторінки, рахує збіги та сортує результат.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4389120" cy="1143000"/>
          </a:xfrm>
          <a:prstGeom prst="roundRect">
            <a:avLst>
              <a:gd name="adj" fmla="val 4800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2.5e+2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297680"/>
            <a:ext cx="64008" cy="11430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4622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AFC"/>
                </a:solidFill>
              </a:rPr>
              <a:t>Interface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4873752"/>
            <a:ext cx="4023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6F3"/>
                </a:solidFill>
              </a:rPr>
              <a:t>Показує меню в консолі PyCharm та приймає команди.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0" y="1536192"/>
            <a:ext cx="5989320" cy="4681728"/>
          </a:xfrm>
          <a:prstGeom prst="roundRect">
            <a:avLst>
              <a:gd name="adj" fmla="val 1172"/>
            </a:avLst>
          </a:prstGeom>
          <a:solidFill>
            <a:srgbClr val="091523"/>
          </a:solidFill>
          <a:ln w="12700">
            <a:solidFill>
              <a:srgbClr val="2A5878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2.5000000000000004e+29"/>
              </a:srgbClr>
            </a:outerShdw>
          </a:effectLst>
        </p:spPr>
      </p:sp>
      <p:pic>
        <p:nvPicPr>
          <p:cNvPr id="16" name="Image 0" descr="/mnt/data/Screenshot 2026-10-13 at 21.41.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1201" y="1609344"/>
            <a:ext cx="3119718" cy="45354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15200" y="5925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6BA"/>
                </a:solidFill>
              </a:rPr>
              <a:t>Фрагмент коду проєкту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6480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4124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</a:rPr>
              <a:t>Як працює програма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508760"/>
            <a:ext cx="5943600" cy="4754880"/>
          </a:xfrm>
          <a:prstGeom prst="roundRect">
            <a:avLst>
              <a:gd name="adj" fmla="val 1154"/>
            </a:avLst>
          </a:prstGeom>
          <a:solidFill>
            <a:srgbClr val="091523"/>
          </a:solidFill>
          <a:ln w="12700">
            <a:solidFill>
              <a:srgbClr val="2A5878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2.5000000000000004e+34"/>
              </a:srgbClr>
            </a:outerShdw>
          </a:effectLst>
        </p:spPr>
      </p:sp>
      <p:pic>
        <p:nvPicPr>
          <p:cNvPr id="4" name="Image 0" descr="/mnt/data/Screenshot 2026-10-13 at 21.41.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647" y="1581912"/>
            <a:ext cx="3679042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95160" y="1691640"/>
            <a:ext cx="4389120" cy="658368"/>
          </a:xfrm>
          <a:prstGeom prst="roundRect">
            <a:avLst>
              <a:gd name="adj" fmla="val 4167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42048" y="1874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3"/>
                </a:solidFill>
              </a:rPr>
              <a:t>1. Обираємо пункт меню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995160" y="2514600"/>
            <a:ext cx="4389120" cy="658368"/>
          </a:xfrm>
          <a:prstGeom prst="roundRect">
            <a:avLst>
              <a:gd name="adj" fmla="val 4167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42048" y="26974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3"/>
                </a:solidFill>
              </a:rPr>
              <a:t>2. Додаємо сайт або запускаємо пошук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95160" y="3337560"/>
            <a:ext cx="4389120" cy="658368"/>
          </a:xfrm>
          <a:prstGeom prst="roundRect">
            <a:avLst>
              <a:gd name="adj" fmla="val 4167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42048" y="35204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3"/>
                </a:solidFill>
              </a:rPr>
              <a:t>3. Вводимо слово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95160" y="4160520"/>
            <a:ext cx="4389120" cy="658368"/>
          </a:xfrm>
          <a:prstGeom prst="roundRect">
            <a:avLst>
              <a:gd name="adj" fmla="val 4167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42048" y="43434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3"/>
                </a:solidFill>
              </a:rPr>
              <a:t>4. Parser перевіряє всі сторінки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995160" y="4983480"/>
            <a:ext cx="4389120" cy="658368"/>
          </a:xfrm>
          <a:prstGeom prst="roundRect">
            <a:avLst>
              <a:gd name="adj" fmla="val 4167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42048" y="5166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3"/>
                </a:solidFill>
              </a:rPr>
              <a:t>5. У консолі бачимо кількість збігів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59168" y="59161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E7FF"/>
                </a:solidFill>
              </a:rPr>
              <a:t>Уся робота відбувається прямо в Run-консолі PyCharm.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6480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4124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</a:rPr>
              <a:t>Результат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AFC"/>
                </a:solidFill>
              </a:rPr>
              <a:t>Що вже працює: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D8E6F3"/>
                </a:solidFill>
              </a:rPr>
              <a:t>додавання сайтів у базу;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D8E6F3"/>
                </a:solidFill>
              </a:rPr>
              <a:t>перегляд збережених адрес;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D8E6F3"/>
                </a:solidFill>
              </a:rPr>
              <a:t>пошук слова на сторінках;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D8E6F3"/>
                </a:solidFill>
              </a:rPr>
              <a:t>підрахунок і сортування збігів;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D8E6F3"/>
                </a:solidFill>
              </a:rPr>
              <a:t>очищення бази.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AFC"/>
                </a:solidFill>
              </a:rPr>
              <a:t>Що можна додати потім: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D8E6F3"/>
                </a:solidFill>
              </a:rPr>
              <a:t>графічний інтерфейс;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788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D8E6F3"/>
                </a:solidFill>
              </a:rPr>
              <a:t>пошук по всьому сайту;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C5F0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D8E6F3"/>
                </a:solidFill>
              </a:rPr>
              <a:t>історію пошукових запитів.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46520" y="4297680"/>
            <a:ext cx="4480560" cy="1188720"/>
          </a:xfrm>
          <a:prstGeom prst="roundRect">
            <a:avLst>
              <a:gd name="adj" fmla="val 4615"/>
            </a:avLst>
          </a:prstGeom>
          <a:solidFill>
            <a:srgbClr val="0D2036"/>
          </a:solidFill>
          <a:ln w="12700">
            <a:solidFill>
              <a:srgbClr val="20415F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2.5000000000000004e+3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4297680"/>
            <a:ext cx="64008" cy="118872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44622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AFC"/>
                </a:solidFill>
              </a:rPr>
              <a:t>Підсумок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47688" y="4873752"/>
            <a:ext cx="41148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6F3"/>
                </a:solidFill>
              </a:rPr>
              <a:t>Проєкт поєднує класи, базу даних і роботу з сайтами в одній простій програмі.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6480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SiteFinder</dc:title>
  <dc:subject>Фінальний проєкт SiteFinder</dc:subject>
  <dc:creator>Radomyr Perednenko</dc:creator>
  <cp:lastModifiedBy>Radomyr Perednenko</cp:lastModifiedBy>
  <cp:revision>1</cp:revision>
  <dcterms:created xsi:type="dcterms:W3CDTF">2026-10-13T18:59:12Z</dcterms:created>
  <dcterms:modified xsi:type="dcterms:W3CDTF">2026-10-13T18:59:12Z</dcterms:modified>
</cp:coreProperties>
</file>